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3" r:id="rId3"/>
    <p:sldMasterId id="2147483655" r:id="rId4"/>
    <p:sldMasterId id="2147483657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  <p:sldMasterId id="2147483670" r:id="rId12"/>
    <p:sldMasterId id="2147483671" r:id="rId13"/>
    <p:sldMasterId id="2147483672" r:id="rId14"/>
    <p:sldMasterId id="2147483673" r:id="rId15"/>
    <p:sldMasterId id="2147483674" r:id="rId16"/>
    <p:sldMasterId id="2147483675" r:id="rId17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4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3.xml"/><Relationship Id="rId29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MX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MX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8711B95-0457-462C-9472-41EAA2D5301A}" type="slidenum">
              <a:t>‹Nº›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MX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MX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36B1CA4-9080-4E5C-80AB-5D0EFE572869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MX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MX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0DE24CD-22CC-4E7B-A401-8D8E5E959462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MX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MX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626A7AF-8C5B-4DB8-9D05-85D108188080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MX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MX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38524BB3-1193-4E5B-9DF2-130A711B0E8E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MX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MX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04C69189-FE90-4B88-A210-6355EC8E5DBE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MX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MX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5D2DF318-CFB2-40C7-AD93-7FDD1716AE3C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MX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MX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4EF69D8A-A316-42E4-BD5A-EC67262AE9A4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MX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MX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8E1F8C16-9D12-4A7D-9E30-418AD44BB0FB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MX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MX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3D197930-75D4-4163-A1D0-86E421E641D2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MX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MX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35B3E9ED-C68D-466E-80A7-FF23EBC30EF4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theme" Target="../theme/theme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elestia-R1---OverlayTitleHD.png"/>
          <p:cNvPicPr/>
          <p:nvPr/>
        </p:nvPicPr>
        <p:blipFill>
          <a:blip r:embed="rId5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s-MX" sz="4400" b="0" u="none" strike="noStrike">
                <a:solidFill>
                  <a:srgbClr val="FFFFFF"/>
                </a:solidFill>
                <a:uFillTx/>
                <a:latin typeface="Arial"/>
              </a:rPr>
              <a:t>Pulse para editar el formato del texto de título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3962520" y="5870520"/>
            <a:ext cx="489312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1060884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9991032-AF19-48F9-AA99-EE3A4582C96F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893268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FFFFFF"/>
                </a:solidFill>
                <a:uFillTx/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FFFFFF"/>
                </a:solidFill>
                <a:uFillTx/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FFFFFF"/>
                </a:solidFill>
                <a:uFillTx/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FFFFFF"/>
                </a:solidFill>
                <a:uFillTx/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FFFFFF"/>
                </a:solidFill>
                <a:uFillTx/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FFFFFF"/>
                </a:solidFill>
                <a:uFillTx/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FFFFFF"/>
                </a:solidFill>
                <a:uFillTx/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 descr="Celestia-R1---OverlayContentHD.png"/>
          <p:cNvPicPr/>
          <p:nvPr/>
        </p:nvPicPr>
        <p:blipFill>
          <a:blip r:embed="rId4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ftr" idx="4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sldNum" idx="5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D431B1E-67CE-40B2-8337-73CACD292DFB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6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6" descr="Celestia-R1---OverlayContentHD.png"/>
          <p:cNvPicPr/>
          <p:nvPr/>
        </p:nvPicPr>
        <p:blipFill>
          <a:blip r:embed="rId4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ftr" idx="7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sldNum" idx="8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22B5F78-3E9D-4386-AB63-8A80C8766B51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9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15" descr="Celestia-R1---OverlayContentHD.png"/>
          <p:cNvPicPr/>
          <p:nvPr/>
        </p:nvPicPr>
        <p:blipFill>
          <a:blip r:embed="rId4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23" name="TextBox 14"/>
          <p:cNvSpPr/>
          <p:nvPr/>
        </p:nvSpPr>
        <p:spPr>
          <a:xfrm>
            <a:off x="10238040" y="2743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lt1"/>
                </a:solidFill>
                <a:uFillTx/>
                <a:latin typeface="Calibri"/>
              </a:rPr>
              <a:t>”</a:t>
            </a:r>
            <a:endParaRPr lang="es-MX" sz="8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" name="TextBox 10"/>
          <p:cNvSpPr/>
          <p:nvPr/>
        </p:nvSpPr>
        <p:spPr>
          <a:xfrm>
            <a:off x="488160" y="82332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lt1"/>
                </a:solidFill>
                <a:uFillTx/>
                <a:latin typeface="Calibri"/>
              </a:rPr>
              <a:t>“</a:t>
            </a:r>
            <a:endParaRPr lang="es-MX" sz="8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ftr" idx="10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sldNum" idx="11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26865A3-4C0C-4D7B-B22F-A1B862800213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2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7" descr="Celestia-R1---OverlayContentHD.png"/>
          <p:cNvPicPr/>
          <p:nvPr/>
        </p:nvPicPr>
        <p:blipFill>
          <a:blip r:embed="rId4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ftr" idx="13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sldNum" idx="14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F25A6B6-EA18-4161-AF80-F404D252B344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5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10" descr="Celestia-R1---OverlayContentHD.png"/>
          <p:cNvPicPr/>
          <p:nvPr/>
        </p:nvPicPr>
        <p:blipFill>
          <a:blip r:embed="rId4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37" name="TextBox 12"/>
          <p:cNvSpPr/>
          <p:nvPr/>
        </p:nvSpPr>
        <p:spPr>
          <a:xfrm>
            <a:off x="10238040" y="2743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lt1"/>
                </a:solidFill>
                <a:uFillTx/>
                <a:latin typeface="Calibri"/>
              </a:rPr>
              <a:t>”</a:t>
            </a:r>
            <a:endParaRPr lang="es-MX" sz="8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" name="TextBox 13"/>
          <p:cNvSpPr/>
          <p:nvPr/>
        </p:nvSpPr>
        <p:spPr>
          <a:xfrm>
            <a:off x="488160" y="82332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lt1"/>
                </a:solidFill>
                <a:uFillTx/>
                <a:latin typeface="Calibri"/>
              </a:rPr>
              <a:t>“</a:t>
            </a:r>
            <a:endParaRPr lang="es-MX" sz="8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ftr" idx="16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sldNum" idx="17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5B5D90D-30FF-47FF-B28C-2E89A283B393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18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7" descr="Celestia-R1---OverlayContentHD.png"/>
          <p:cNvPicPr/>
          <p:nvPr/>
        </p:nvPicPr>
        <p:blipFill>
          <a:blip r:embed="rId4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ftr" idx="19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sldNum" idx="20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28CE8D3-8128-4D6A-B5D4-F7E45C52C6C7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1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6" descr="Celestia-R1---OverlayContentHD.png"/>
          <p:cNvPicPr/>
          <p:nvPr/>
        </p:nvPicPr>
        <p:blipFill>
          <a:blip r:embed="rId4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ftr" idx="22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sldNum" idx="23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25F3F1E-D2B1-46B4-B351-946697F4C330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4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6" descr="Celestia-R1---OverlayContentHD.png"/>
          <p:cNvPicPr/>
          <p:nvPr/>
        </p:nvPicPr>
        <p:blipFill>
          <a:blip r:embed="rId4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ftr" idx="25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sldNum" idx="26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9BA6844-90CE-48A0-ABEA-2D46109BC863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27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" descr="Celestia-R1---OverlayContentHD.png"/>
          <p:cNvPicPr/>
          <p:nvPr/>
        </p:nvPicPr>
        <p:blipFill>
          <a:blip r:embed="rId4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s-MX" sz="4400" b="0" u="none" strike="noStrike">
                <a:solidFill>
                  <a:srgbClr val="FFFFFF"/>
                </a:solidFill>
                <a:uFillTx/>
                <a:latin typeface="Arial"/>
              </a:rPr>
              <a:t>Pulse para editar el formato del texto de título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FFFFFF"/>
                </a:solidFill>
                <a:uFillTx/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FFFFFF"/>
                </a:solidFill>
                <a:uFillTx/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FFFFFF"/>
                </a:solidFill>
                <a:uFillTx/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FFFFFF"/>
                </a:solidFill>
                <a:uFillTx/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FFFFFF"/>
                </a:solidFill>
                <a:uFillTx/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FFFFFF"/>
                </a:solidFill>
                <a:uFillTx/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FFFFFF"/>
                </a:solidFill>
                <a:uFillTx/>
                <a:latin typeface="Arial"/>
              </a:rPr>
              <a:t>Séptimo nivel del esquema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ftr" idx="28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66" name="PlaceHolder 4"/>
          <p:cNvSpPr>
            <a:spLocks noGrp="1"/>
          </p:cNvSpPr>
          <p:nvPr>
            <p:ph type="sldNum" idx="29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8020860-DB1E-4BF6-A55F-CC4F71C52DF8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30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ftr" idx="31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sldNum" idx="32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1D69BDA-165B-43AB-8DE7-8142F63FA70C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dt" idx="33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s-MX" sz="4400" b="0" u="none" strike="noStrike">
                <a:solidFill>
                  <a:srgbClr val="FFFFFF"/>
                </a:solidFill>
                <a:uFillTx/>
                <a:latin typeface="Arial"/>
              </a:rPr>
              <a:t>Pulse para editar el formato del texto de título</a:t>
            </a: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2142000"/>
            <a:ext cx="4943520" cy="36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FFFFFF"/>
                </a:solidFill>
                <a:uFillTx/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FFFFFF"/>
                </a:solidFill>
                <a:uFillTx/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FFFFFF"/>
                </a:solidFill>
                <a:uFillTx/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FFFFFF"/>
                </a:solidFill>
                <a:uFillTx/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FFFFFF"/>
                </a:solidFill>
                <a:uFillTx/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FFFFFF"/>
                </a:solidFill>
                <a:uFillTx/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FFFFFF"/>
                </a:solidFill>
                <a:uFillTx/>
                <a:latin typeface="Arial"/>
              </a:rPr>
              <a:t>Séptimo nivel del esquema</a:t>
            </a: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5877360" y="2142000"/>
            <a:ext cx="4943520" cy="36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FFFFFF"/>
                </a:solidFill>
                <a:uFillTx/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FFFFFF"/>
                </a:solidFill>
                <a:uFillTx/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FFFFFF"/>
                </a:solidFill>
                <a:uFillTx/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FFFFFF"/>
                </a:solidFill>
                <a:uFillTx/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FFFFFF"/>
                </a:solidFill>
                <a:uFillTx/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FFFFFF"/>
                </a:solidFill>
                <a:uFillTx/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FFFFFF"/>
                </a:solidFill>
                <a:uFillTx/>
                <a:latin typeface="Arial"/>
              </a:rPr>
              <a:t>Séptimo nivel del esquema</a:t>
            </a:r>
          </a:p>
        </p:txBody>
      </p:sp>
      <p:sp>
        <p:nvSpPr>
          <p:cNvPr id="78" name="PlaceHolder 4"/>
          <p:cNvSpPr>
            <a:spLocks noGrp="1"/>
          </p:cNvSpPr>
          <p:nvPr>
            <p:ph type="ftr" idx="34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79" name="PlaceHolder 5"/>
          <p:cNvSpPr>
            <a:spLocks noGrp="1"/>
          </p:cNvSpPr>
          <p:nvPr>
            <p:ph type="sldNum" idx="35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BE453DB-3F31-4AC5-BB84-BA70D527803C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dt" idx="36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ftr" idx="37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sldNum" idx="38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FD4209F-1E26-4249-9760-32809588D1CD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dt" idx="39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5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s-MX" sz="4400" b="0" u="none" strike="noStrike">
                <a:solidFill>
                  <a:srgbClr val="FFFFFF"/>
                </a:solidFill>
                <a:uFillTx/>
                <a:latin typeface="Arial"/>
              </a:rPr>
              <a:t>Pulse para editar el formato del texto de título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ftr" idx="40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87" name="PlaceHolder 3"/>
          <p:cNvSpPr>
            <a:spLocks noGrp="1"/>
          </p:cNvSpPr>
          <p:nvPr>
            <p:ph type="sldNum" idx="41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FC4D2AB-9496-44A7-ADB6-9CCD7FDD78F2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dt" idx="42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4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ftr" idx="43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sldNum" idx="44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474032A-2FC9-49B4-97CE-CA0E10199BB8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45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7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94" name="PlaceHolder 1"/>
          <p:cNvSpPr>
            <a:spLocks noGrp="1"/>
          </p:cNvSpPr>
          <p:nvPr>
            <p:ph type="ftr" idx="46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sldNum" idx="47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4587B38-C3E1-45B6-ADEB-B12B6A8877CC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48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7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 type="ftr" idx="49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99" name="PlaceHolder 2"/>
          <p:cNvSpPr>
            <a:spLocks noGrp="1"/>
          </p:cNvSpPr>
          <p:nvPr>
            <p:ph type="sldNum" idx="50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lt1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B60DB9F-2F2E-4105-8138-EB6609AC672E}" type="slidenum">
              <a:rPr lang="es-MX" sz="1000" b="0" u="none" strike="noStrike">
                <a:solidFill>
                  <a:schemeClr val="lt1"/>
                </a:solidFill>
                <a:uFillTx/>
                <a:latin typeface="Calibri"/>
              </a:rPr>
              <a:t>‹Nº›</a:t>
            </a:fld>
            <a:endParaRPr lang="es-MX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dt" idx="51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MX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MX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facebook.com/61565314892591/videos/908846247801729" TargetMode="Externa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Imagen 100"/>
          <p:cNvPicPr/>
          <p:nvPr/>
        </p:nvPicPr>
        <p:blipFill>
          <a:blip r:embed="rId2"/>
          <a:stretch/>
        </p:blipFill>
        <p:spPr>
          <a:xfrm>
            <a:off x="540000" y="540000"/>
            <a:ext cx="5940000" cy="5940000"/>
          </a:xfrm>
          <a:prstGeom prst="rect">
            <a:avLst/>
          </a:prstGeom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400000" y="1440000"/>
            <a:ext cx="5759640" cy="294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800" b="0" u="none" strike="noStrike" cap="all">
                <a:solidFill>
                  <a:schemeClr val="lt1"/>
                </a:solidFill>
                <a:uFillTx/>
                <a:latin typeface="Calibri Light"/>
              </a:rPr>
              <a:t>Una visión Matemática del ULAMA</a:t>
            </a:r>
            <a:endParaRPr lang="es-MX" sz="4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3782880" y="4535280"/>
            <a:ext cx="7197120" cy="140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r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s-ES" sz="1800" b="0" u="none" strike="noStrike" cap="all">
                <a:solidFill>
                  <a:schemeClr val="lt1"/>
                </a:solidFill>
                <a:uFillTx/>
                <a:latin typeface="Calibri"/>
              </a:rPr>
              <a:t>Felipe Iván González</a:t>
            </a:r>
            <a:endParaRPr lang="es-MX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045800" y="1244160"/>
            <a:ext cx="6513840" cy="163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000" b="1" u="none" strike="noStrike" cap="all">
                <a:solidFill>
                  <a:schemeClr val="lt1"/>
                </a:solidFill>
                <a:uFillTx/>
                <a:latin typeface="Calibri Light"/>
              </a:rPr>
              <a:t>¿Que son las matematicas?</a:t>
            </a:r>
            <a:endParaRPr lang="es-MX" sz="4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045800" y="1244160"/>
            <a:ext cx="6513840" cy="163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000" b="1" u="none" strike="noStrike" cap="all">
                <a:solidFill>
                  <a:schemeClr val="lt1"/>
                </a:solidFill>
                <a:uFillTx/>
                <a:latin typeface="Calibri Light"/>
              </a:rPr>
              <a:t>¿Que son las matematicas?</a:t>
            </a:r>
            <a:endParaRPr lang="es-MX" sz="4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endParaRPr lang="es-MX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600" b="0" u="none" strike="noStrike">
                <a:solidFill>
                  <a:schemeClr val="lt1"/>
                </a:solidFill>
                <a:uFillTx/>
                <a:latin typeface="Calibri"/>
              </a:rPr>
              <a:t>Lenguaje</a:t>
            </a:r>
            <a:endParaRPr lang="es-MX" sz="2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600" b="0" u="none" strike="noStrike">
                <a:solidFill>
                  <a:schemeClr val="lt1"/>
                </a:solidFill>
                <a:uFillTx/>
                <a:latin typeface="Calibri"/>
              </a:rPr>
              <a:t>Sistema logico</a:t>
            </a:r>
            <a:endParaRPr lang="es-MX" sz="2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600" b="0" u="none" strike="noStrike">
                <a:solidFill>
                  <a:schemeClr val="lt1"/>
                </a:solidFill>
                <a:uFillTx/>
                <a:latin typeface="Calibri"/>
              </a:rPr>
              <a:t>Nos permite hablar de nuestro entorno y sus relaciones a un nivel mas profundo y objetivo</a:t>
            </a:r>
            <a:endParaRPr lang="es-MX" sz="2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endParaRPr lang="es-MX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 cap="all">
                <a:solidFill>
                  <a:schemeClr val="lt1"/>
                </a:solidFill>
                <a:uFillTx/>
                <a:latin typeface="Calibri Light"/>
              </a:rPr>
              <a:t>Tiro Parabólico</a:t>
            </a:r>
            <a:endParaRPr lang="es-MX" sz="3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900000" y="2111400"/>
            <a:ext cx="4679640" cy="38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285840" indent="-285840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uFillTx/>
                <a:latin typeface="Calibri"/>
              </a:rPr>
              <a:t>Analizar la trayectoria, la fuerza, velocidad u aceleraion de la bola.</a:t>
            </a:r>
            <a:endParaRPr lang="es-MX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uFillTx/>
                <a:latin typeface="Calibri"/>
              </a:rPr>
              <a:t>Determinar un golpe mas optimo </a:t>
            </a:r>
            <a:endParaRPr lang="es-MX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uFillTx/>
                <a:latin typeface="Calibri"/>
              </a:rPr>
              <a:t>Angulos de minimo y maximo impacto</a:t>
            </a:r>
            <a:endParaRPr lang="es-MX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285840" indent="0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endParaRPr lang="es-MX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09" name="Picture 4" descr="TIRO PARABÓLICO Cómo Calcular la ..."/>
          <p:cNvPicPr/>
          <p:nvPr/>
        </p:nvPicPr>
        <p:blipFill>
          <a:blip r:embed="rId2"/>
          <a:srcRect l="43588" t="1665"/>
          <a:stretch/>
        </p:blipFill>
        <p:spPr>
          <a:xfrm>
            <a:off x="6808320" y="1160640"/>
            <a:ext cx="4711320" cy="4599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900000" y="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1" u="none" strike="noStrike" cap="all">
                <a:solidFill>
                  <a:schemeClr val="lt1"/>
                </a:solidFill>
                <a:uFillTx/>
                <a:latin typeface="Calibri Light"/>
              </a:rPr>
              <a:t>Ejemplo practico</a:t>
            </a:r>
            <a:endParaRPr lang="es-MX" sz="3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360000" y="1931400"/>
            <a:ext cx="4679640" cy="38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285840" indent="0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uFillTx/>
                <a:latin typeface="Calibri"/>
              </a:rPr>
              <a:t> </a:t>
            </a:r>
            <a:endParaRPr lang="es-MX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285840" indent="0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uFillTx/>
                <a:latin typeface="Calibri"/>
              </a:rPr>
              <a:t> </a:t>
            </a:r>
            <a:endParaRPr lang="es-MX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12" name="Imagen 111"/>
          <p:cNvPicPr/>
          <p:nvPr/>
        </p:nvPicPr>
        <p:blipFill>
          <a:blip r:embed="rId2"/>
          <a:stretch/>
        </p:blipFill>
        <p:spPr>
          <a:xfrm>
            <a:off x="4686840" y="360000"/>
            <a:ext cx="7192800" cy="4679640"/>
          </a:xfrm>
          <a:prstGeom prst="rect">
            <a:avLst/>
          </a:prstGeom>
          <a:ln w="0">
            <a:noFill/>
          </a:ln>
        </p:spPr>
      </p:pic>
      <p:pic>
        <p:nvPicPr>
          <p:cNvPr id="113" name="Imagen 112"/>
          <p:cNvPicPr/>
          <p:nvPr/>
        </p:nvPicPr>
        <p:blipFill>
          <a:blip r:embed="rId3"/>
          <a:stretch/>
        </p:blipFill>
        <p:spPr>
          <a:xfrm>
            <a:off x="360000" y="2340000"/>
            <a:ext cx="5581440" cy="4209840"/>
          </a:xfrm>
          <a:prstGeom prst="rect">
            <a:avLst/>
          </a:prstGeom>
          <a:ln w="0">
            <a:noFill/>
          </a:ln>
        </p:spPr>
      </p:pic>
      <p:sp>
        <p:nvSpPr>
          <p:cNvPr id="114" name="Marcador de contenido 1"/>
          <p:cNvSpPr/>
          <p:nvPr/>
        </p:nvSpPr>
        <p:spPr>
          <a:xfrm>
            <a:off x="720000" y="-588600"/>
            <a:ext cx="4679640" cy="38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840" indent="-285840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uFillTx/>
                <a:latin typeface="Calibri"/>
              </a:rPr>
              <a:t>Peso de la bola: 3.300 kg</a:t>
            </a:r>
            <a:endParaRPr lang="es-MX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900000" y="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1" u="none" strike="noStrike" cap="all">
                <a:solidFill>
                  <a:schemeClr val="lt1"/>
                </a:solidFill>
                <a:uFillTx/>
                <a:latin typeface="Calibri Light"/>
              </a:rPr>
              <a:t>Ejemplo practico (tiro alan)</a:t>
            </a:r>
            <a:endParaRPr lang="es-MX" sz="3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7020000" y="851400"/>
            <a:ext cx="4679640" cy="38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285840" indent="-285840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uFillTx/>
                <a:latin typeface="Calibri"/>
              </a:rPr>
              <a:t>Maxima altura: 2.5 M</a:t>
            </a:r>
            <a:endParaRPr lang="es-MX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uFillTx/>
                <a:latin typeface="Calibri"/>
              </a:rPr>
              <a:t>Fuerza de maximo impacto: 3199.17 N </a:t>
            </a:r>
            <a:endParaRPr lang="es-MX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uFillTx/>
                <a:latin typeface="Calibri"/>
              </a:rPr>
              <a:t> 8,79 Velocidad  inicial Bolt mantiene el récord de los 100 metros de 9,58 </a:t>
            </a:r>
            <a:endParaRPr lang="es-MX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uFillTx/>
                <a:latin typeface="Calibri"/>
              </a:rPr>
              <a:t> Velocidad al impactar el piso 10.37 </a:t>
            </a:r>
            <a:endParaRPr lang="es-MX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17" name="Imagen 116"/>
          <p:cNvPicPr/>
          <p:nvPr/>
        </p:nvPicPr>
        <p:blipFill>
          <a:blip r:embed="rId2"/>
          <a:stretch/>
        </p:blipFill>
        <p:spPr>
          <a:xfrm rot="21592800">
            <a:off x="1263240" y="2197440"/>
            <a:ext cx="5616000" cy="3735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900000" y="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1" u="none" strike="noStrike" cap="all">
                <a:solidFill>
                  <a:schemeClr val="lt1"/>
                </a:solidFill>
                <a:uFillTx/>
                <a:latin typeface="Calibri Light"/>
              </a:rPr>
              <a:t>Ejemplo practico (DANIE HUAIRA)</a:t>
            </a:r>
            <a:endParaRPr lang="es-MX" sz="3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9" name="CuadroTexto 118"/>
          <p:cNvSpPr txBox="1"/>
          <p:nvPr/>
        </p:nvSpPr>
        <p:spPr>
          <a:xfrm>
            <a:off x="1980000" y="1620000"/>
            <a:ext cx="73746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noAutofit/>
          </a:bodyPr>
          <a:lstStyle/>
          <a:p>
            <a:r>
              <a:rPr lang="es-MX" sz="1800" b="0" u="none" strike="noStrike" dirty="0">
                <a:solidFill>
                  <a:srgbClr val="FFFFFF"/>
                </a:solidFill>
                <a:uFillTx/>
                <a:latin typeface="Arial"/>
              </a:rPr>
              <a:t>https://www.facebook.com/61565314892591/videos/908846247801729</a:t>
            </a:r>
          </a:p>
        </p:txBody>
      </p:sp>
      <p:sp>
        <p:nvSpPr>
          <p:cNvPr id="120" name="CuadroTexto 119"/>
          <p:cNvSpPr txBox="1"/>
          <p:nvPr/>
        </p:nvSpPr>
        <p:spPr>
          <a:xfrm>
            <a:off x="9304560" y="1620000"/>
            <a:ext cx="203544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s-MX" sz="2400" b="0" u="none" strike="noStrike" dirty="0">
                <a:solidFill>
                  <a:srgbClr val="FFFFFF"/>
                </a:solidFill>
                <a:uFillTx/>
                <a:latin typeface="Times New Roman"/>
                <a:hlinkClick r:id="rId2"/>
              </a:rPr>
              <a:t>chinta</a:t>
            </a:r>
            <a:endParaRPr lang="es-MX" sz="2400" b="0" u="none" strike="noStrike" dirty="0">
              <a:solidFill>
                <a:srgbClr val="FFFFFF"/>
              </a:solidFill>
              <a:uFillTx/>
              <a:latin typeface="Times New Roman"/>
            </a:endParaRPr>
          </a:p>
        </p:txBody>
      </p:sp>
      <p:pic>
        <p:nvPicPr>
          <p:cNvPr id="121" name="Imagen 120"/>
          <p:cNvPicPr/>
          <p:nvPr/>
        </p:nvPicPr>
        <p:blipFill>
          <a:blip r:embed="rId3"/>
          <a:srcRect l="20843" t="17111" r="53495" b="20133"/>
          <a:stretch/>
        </p:blipFill>
        <p:spPr>
          <a:xfrm>
            <a:off x="1440360" y="2070360"/>
            <a:ext cx="3419640" cy="4701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80000" y="360000"/>
            <a:ext cx="288000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1" u="none" strike="noStrike" cap="all">
                <a:solidFill>
                  <a:schemeClr val="lt1"/>
                </a:solidFill>
                <a:uFillTx/>
                <a:latin typeface="Calibri Light"/>
              </a:rPr>
              <a:t>Usando pose detector google cnn</a:t>
            </a:r>
            <a:endParaRPr lang="es-MX" sz="3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23" name="Imagen 122"/>
          <p:cNvPicPr/>
          <p:nvPr/>
        </p:nvPicPr>
        <p:blipFill>
          <a:blip r:embed="rId2"/>
          <a:stretch/>
        </p:blipFill>
        <p:spPr>
          <a:xfrm>
            <a:off x="3600000" y="62280"/>
            <a:ext cx="3780000" cy="6795720"/>
          </a:xfrm>
          <a:prstGeom prst="rect">
            <a:avLst/>
          </a:prstGeom>
          <a:ln w="0">
            <a:noFill/>
          </a:ln>
        </p:spPr>
      </p:pic>
      <p:pic>
        <p:nvPicPr>
          <p:cNvPr id="124" name="Imagen 123"/>
          <p:cNvPicPr/>
          <p:nvPr/>
        </p:nvPicPr>
        <p:blipFill>
          <a:blip r:embed="rId3"/>
          <a:stretch/>
        </p:blipFill>
        <p:spPr>
          <a:xfrm>
            <a:off x="7920000" y="0"/>
            <a:ext cx="3780000" cy="6795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00000" y="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1" u="none" strike="noStrike" cap="all">
                <a:solidFill>
                  <a:schemeClr val="lt1"/>
                </a:solidFill>
                <a:uFillTx/>
                <a:latin typeface="Calibri Light"/>
              </a:rPr>
              <a:t>Transformaciones lineales</a:t>
            </a:r>
            <a:endParaRPr lang="es-MX" sz="3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26" name="Imagen 125"/>
          <p:cNvPicPr/>
          <p:nvPr/>
        </p:nvPicPr>
        <p:blipFill>
          <a:blip r:embed="rId2"/>
          <a:stretch/>
        </p:blipFill>
        <p:spPr>
          <a:xfrm>
            <a:off x="120240" y="1080000"/>
            <a:ext cx="7619760" cy="5714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00000" y="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1" u="none" strike="noStrike" cap="all">
                <a:solidFill>
                  <a:schemeClr val="lt1"/>
                </a:solidFill>
                <a:uFillTx/>
                <a:latin typeface="Calibri Light"/>
              </a:rPr>
              <a:t>Transformaciones lineales</a:t>
            </a:r>
            <a:endParaRPr lang="es-MX" sz="3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28" name="Imagen 127"/>
          <p:cNvPicPr/>
          <p:nvPr/>
        </p:nvPicPr>
        <p:blipFill>
          <a:blip r:embed="rId2"/>
          <a:stretch/>
        </p:blipFill>
        <p:spPr>
          <a:xfrm>
            <a:off x="-952200" y="1312560"/>
            <a:ext cx="7619760" cy="5714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1" u="none" strike="noStrike" cap="all">
                <a:solidFill>
                  <a:schemeClr val="lt1"/>
                </a:solidFill>
                <a:uFillTx/>
                <a:latin typeface="Calibri Light"/>
              </a:rPr>
              <a:t>Árbol</a:t>
            </a:r>
            <a:r>
              <a:rPr lang="es-ES" sz="3600" b="0" u="none" strike="noStrike" cap="all">
                <a:solidFill>
                  <a:schemeClr val="lt1"/>
                </a:solidFill>
                <a:uFillTx/>
                <a:latin typeface="Calibri Light"/>
              </a:rPr>
              <a:t> de juego del reglamento sinaloense</a:t>
            </a:r>
            <a:endParaRPr lang="es-MX" sz="3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85800" y="2142000"/>
            <a:ext cx="3292560" cy="128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285840" indent="-285840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lt1"/>
                </a:solidFill>
                <a:uFillTx/>
                <a:latin typeface="Calibri"/>
              </a:rPr>
              <a:t>Notacion</a:t>
            </a:r>
            <a:endParaRPr lang="es-MX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31" name="Imagen 4"/>
          <p:cNvPicPr/>
          <p:nvPr/>
        </p:nvPicPr>
        <p:blipFill>
          <a:blip r:embed="rId2"/>
          <a:stretch/>
        </p:blipFill>
        <p:spPr>
          <a:xfrm>
            <a:off x="2961360" y="1972800"/>
            <a:ext cx="7534440" cy="3609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MX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33" name="Imagen 132"/>
          <p:cNvPicPr/>
          <p:nvPr/>
        </p:nvPicPr>
        <p:blipFill>
          <a:blip r:embed="rId2"/>
          <a:stretch/>
        </p:blipFill>
        <p:spPr>
          <a:xfrm>
            <a:off x="685800" y="2142000"/>
            <a:ext cx="10130760" cy="3648240"/>
          </a:xfrm>
          <a:prstGeom prst="rect">
            <a:avLst/>
          </a:prstGeom>
          <a:ln w="0">
            <a:noFill/>
          </a:ln>
        </p:spPr>
      </p:pic>
      <p:sp>
        <p:nvSpPr>
          <p:cNvPr id="134" name="Rectángulo 133"/>
          <p:cNvSpPr/>
          <p:nvPr/>
        </p:nvSpPr>
        <p:spPr>
          <a:xfrm>
            <a:off x="276840" y="900000"/>
            <a:ext cx="11602800" cy="467964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MX" sz="1800" b="0" u="none" strike="noStrike">
                <a:solidFill>
                  <a:srgbClr val="FFFFFF"/>
                </a:solidFill>
                <a:uFillTx/>
                <a:latin typeface="Arial"/>
              </a:rPr>
              <a:t>mm</a:t>
            </a:r>
            <a:endParaRPr lang="es-MX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3084</TotalTime>
  <Words>153</Words>
  <Application>Microsoft Office PowerPoint</Application>
  <PresentationFormat>Panorámica</PresentationFormat>
  <Paragraphs>30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17</vt:i4>
      </vt:variant>
      <vt:variant>
        <vt:lpstr>Títulos de diapositiva</vt:lpstr>
      </vt:variant>
      <vt:variant>
        <vt:i4>12</vt:i4>
      </vt:variant>
    </vt:vector>
  </HeadingPairs>
  <TitlesOfParts>
    <vt:vector size="35" baseType="lpstr">
      <vt:lpstr>Arial</vt:lpstr>
      <vt:lpstr>Calibri</vt:lpstr>
      <vt:lpstr>Calibri Light</vt:lpstr>
      <vt:lpstr>Symbol</vt:lpstr>
      <vt:lpstr>Times New Roman</vt:lpstr>
      <vt:lpstr>Wingdings</vt:lpstr>
      <vt:lpstr>Celestial</vt:lpstr>
      <vt:lpstr>Celestial</vt:lpstr>
      <vt:lpstr>Celestial</vt:lpstr>
      <vt:lpstr>Celestial</vt:lpstr>
      <vt:lpstr>Celestial</vt:lpstr>
      <vt:lpstr>Celestial</vt:lpstr>
      <vt:lpstr>Celestial</vt:lpstr>
      <vt:lpstr>Celestial</vt:lpstr>
      <vt:lpstr>Celestial</vt:lpstr>
      <vt:lpstr>Celestial</vt:lpstr>
      <vt:lpstr>Celestial</vt:lpstr>
      <vt:lpstr>Celestial</vt:lpstr>
      <vt:lpstr>Celestial</vt:lpstr>
      <vt:lpstr>Celestial</vt:lpstr>
      <vt:lpstr>Celestial</vt:lpstr>
      <vt:lpstr>Celestial</vt:lpstr>
      <vt:lpstr>Celestial</vt:lpstr>
      <vt:lpstr>Una visión Matemática del ULAMA</vt:lpstr>
      <vt:lpstr>¿Que son las matematicas?</vt:lpstr>
      <vt:lpstr>¿Que son las matematicas?</vt:lpstr>
      <vt:lpstr>Tiro Parabólico</vt:lpstr>
      <vt:lpstr>Ejemplo practico</vt:lpstr>
      <vt:lpstr>Ejemplo practico (tiro alan)</vt:lpstr>
      <vt:lpstr>Ejemplo practico (DANIE HUAIRA)</vt:lpstr>
      <vt:lpstr>Usando pose detector google cnn</vt:lpstr>
      <vt:lpstr>Transformaciones lineales</vt:lpstr>
      <vt:lpstr>Transformaciones lineales</vt:lpstr>
      <vt:lpstr>Árbol de juego del reglamento sinaloense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Una visión Matemática del ULAMA</dc:title>
  <dc:subject/>
  <dc:creator>FELIPE IVAN</dc:creator>
  <dc:description/>
  <cp:lastModifiedBy>PC</cp:lastModifiedBy>
  <cp:revision>8</cp:revision>
  <dcterms:created xsi:type="dcterms:W3CDTF">2024-12-04T18:01:28Z</dcterms:created>
  <dcterms:modified xsi:type="dcterms:W3CDTF">2026-04-26T18:02:09Z</dcterms:modified>
  <dc:language>es-MX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r8>4</vt:r8>
  </property>
</Properties>
</file>